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09417a18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09417a18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09417a18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09417a18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LEFT: Whisper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RIGHT: Normal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bd1cb64b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bd1cb64b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c1f60d2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c1f60d2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bd1cb64b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bd1cb64b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Spectrogram Reading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398350" y="0"/>
            <a:ext cx="77457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T_e                 g_rl               _a_d               h_ll_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 title="IMG_5624.jpeg"/>
          <p:cNvPicPr preferRelativeResize="0"/>
          <p:nvPr/>
        </p:nvPicPr>
        <p:blipFill rotWithShape="1">
          <a:blip r:embed="rId3">
            <a:alphaModFix/>
          </a:blip>
          <a:srcRect b="1824" l="3841" r="3823" t="56433"/>
          <a:stretch/>
        </p:blipFill>
        <p:spPr>
          <a:xfrm>
            <a:off x="178937" y="459875"/>
            <a:ext cx="8786125" cy="4357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4"/>
          <p:cNvCxnSpPr/>
          <p:nvPr/>
        </p:nvCxnSpPr>
        <p:spPr>
          <a:xfrm>
            <a:off x="2551325" y="0"/>
            <a:ext cx="0" cy="481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4"/>
          <p:cNvCxnSpPr/>
          <p:nvPr/>
        </p:nvCxnSpPr>
        <p:spPr>
          <a:xfrm>
            <a:off x="3914575" y="-37175"/>
            <a:ext cx="0" cy="4829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4"/>
          <p:cNvCxnSpPr/>
          <p:nvPr/>
        </p:nvCxnSpPr>
        <p:spPr>
          <a:xfrm>
            <a:off x="5343100" y="-66175"/>
            <a:ext cx="0" cy="486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is said normally and which is said whispering?</a:t>
            </a:r>
            <a:endParaRPr/>
          </a:p>
        </p:txBody>
      </p:sp>
      <p:pic>
        <p:nvPicPr>
          <p:cNvPr id="70" name="Google Shape;70;p15" title="IMG_5624.jpeg"/>
          <p:cNvPicPr preferRelativeResize="0"/>
          <p:nvPr/>
        </p:nvPicPr>
        <p:blipFill rotWithShape="1">
          <a:blip r:embed="rId3">
            <a:alphaModFix/>
          </a:blip>
          <a:srcRect b="53219" l="4646" r="4263" t="4586"/>
          <a:stretch/>
        </p:blipFill>
        <p:spPr>
          <a:xfrm>
            <a:off x="-837" y="1459888"/>
            <a:ext cx="4376147" cy="222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IMG_5624.jpeg"/>
          <p:cNvPicPr preferRelativeResize="0"/>
          <p:nvPr/>
        </p:nvPicPr>
        <p:blipFill rotWithShape="1">
          <a:blip r:embed="rId3">
            <a:alphaModFix/>
          </a:blip>
          <a:srcRect b="1824" l="3841" r="3823" t="56433"/>
          <a:stretch/>
        </p:blipFill>
        <p:spPr>
          <a:xfrm>
            <a:off x="4660956" y="1459888"/>
            <a:ext cx="4483888" cy="222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112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female vs male?</a:t>
            </a:r>
            <a:endParaRPr/>
          </a:p>
        </p:txBody>
      </p:sp>
      <p:pic>
        <p:nvPicPr>
          <p:cNvPr id="77" name="Google Shape;77;p16" title="Screenshot 2026-02-27 at 19.23.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0841" y="873775"/>
            <a:ext cx="4331849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623750" y="4181950"/>
            <a:ext cx="4331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Avg F0: 107.5 Hz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F3: 2733.4 Hz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623750" y="4788608"/>
            <a:ext cx="24531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Formants pulled down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38125" y="4181950"/>
            <a:ext cx="41709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Avg F0: 221 Hz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F3: 2964 Hz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1" name="Google Shape;81;p16" title="Screenshot 2026-03-01 at 11.12.19 PM.png"/>
          <p:cNvPicPr preferRelativeResize="0"/>
          <p:nvPr/>
        </p:nvPicPr>
        <p:blipFill rotWithShape="1">
          <a:blip r:embed="rId4">
            <a:alphaModFix/>
          </a:blip>
          <a:srcRect b="10646" l="25030" r="20271" t="6442"/>
          <a:stretch/>
        </p:blipFill>
        <p:spPr>
          <a:xfrm>
            <a:off x="133452" y="873775"/>
            <a:ext cx="4380278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 title="IMG_5624.jpeg"/>
          <p:cNvPicPr preferRelativeResize="0"/>
          <p:nvPr/>
        </p:nvPicPr>
        <p:blipFill rotWithShape="1">
          <a:blip r:embed="rId3">
            <a:alphaModFix/>
          </a:blip>
          <a:srcRect b="0" l="15886" r="23985" t="56435"/>
          <a:stretch/>
        </p:blipFill>
        <p:spPr>
          <a:xfrm>
            <a:off x="311700" y="873025"/>
            <a:ext cx="4052700" cy="32289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270700" y="4291275"/>
            <a:ext cx="41709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Avg F0: 201 Hz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F3: 1512.2 Hz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findings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F0 and formant spacing </a:t>
            </a:r>
            <a:r>
              <a:rPr lang="en"/>
              <a:t>clearly</a:t>
            </a:r>
            <a:r>
              <a:rPr lang="en"/>
              <a:t> </a:t>
            </a:r>
            <a:r>
              <a:rPr lang="en"/>
              <a:t>distinguish</a:t>
            </a:r>
            <a:r>
              <a:rPr lang="en"/>
              <a:t> male vs female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